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8DCB1-E299-4126-91CA-AEB5C51C0136}" v="2" dt="2026-06-10T09:12:11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730764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3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3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85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4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69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9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9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07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45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27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86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40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25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040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273208"/>
          </a:xfrm>
        </p:spPr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 Profit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398231"/>
            <a:ext cx="7704667" cy="2885792"/>
          </a:xfrm>
        </p:spPr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-398231"/>
            <a:ext cx="7704667" cy="6398047"/>
          </a:xfrm>
        </p:spPr>
        <p:txBody>
          <a:bodyPr/>
          <a:lstStyle/>
          <a:p>
            <a:r>
              <a:rPr dirty="0"/>
              <a:t>Analyze the impact of R&amp;D, Administration, and Marketing Spend on Profit.</a:t>
            </a:r>
          </a:p>
          <a:p>
            <a:r>
              <a:rPr dirty="0"/>
              <a:t>Build a regression model.</a:t>
            </a:r>
          </a:p>
          <a:p>
            <a:r>
              <a:rPr dirty="0"/>
              <a:t>Predict profits for given inputs.</a:t>
            </a:r>
          </a:p>
          <a:p>
            <a:r>
              <a:rPr dirty="0"/>
              <a:t>Create visualizations and derive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0"/>
            <a:ext cx="7704667" cy="2241755"/>
          </a:xfrm>
        </p:spPr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7194" y="-589935"/>
            <a:ext cx="7704667" cy="6493171"/>
          </a:xfrm>
        </p:spPr>
        <p:txBody>
          <a:bodyPr/>
          <a:lstStyle/>
          <a:p>
            <a:r>
              <a:rPr dirty="0"/>
              <a:t>50 Startups dataset</a:t>
            </a:r>
          </a:p>
          <a:p>
            <a:r>
              <a:rPr dirty="0"/>
              <a:t>States: New York, California, Florida</a:t>
            </a:r>
          </a:p>
          <a:p>
            <a:r>
              <a:rPr dirty="0"/>
              <a:t> Features: R&amp;D Spend, Administration, Marketing Spend, State, Profit</a:t>
            </a:r>
            <a:endParaRPr lang="en-US" dirty="0"/>
          </a:p>
          <a:p>
            <a:pPr marL="0" indent="0">
              <a:buNone/>
            </a:pPr>
            <a:r>
              <a:rPr lang="en-IN" sz="3200" dirty="0">
                <a:latin typeface="Arial Black" panose="020B0A04020102020204" pitchFamily="34" charset="0"/>
              </a:rPr>
              <a:t>Source of dataset : </a:t>
            </a:r>
            <a:r>
              <a:rPr lang="en-IN" sz="2000" dirty="0"/>
              <a:t>data base 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27819"/>
            <a:ext cx="7704667" cy="5871997"/>
          </a:xfrm>
        </p:spPr>
        <p:txBody>
          <a:bodyPr/>
          <a:lstStyle/>
          <a:p>
            <a:r>
              <a:rPr dirty="0"/>
              <a:t>Data Collection</a:t>
            </a:r>
          </a:p>
          <a:p>
            <a:r>
              <a:rPr dirty="0"/>
              <a:t>Data Cleaning</a:t>
            </a:r>
          </a:p>
          <a:p>
            <a:r>
              <a:rPr dirty="0"/>
              <a:t>Exploratory Data Analysis</a:t>
            </a:r>
          </a:p>
          <a:p>
            <a:r>
              <a:rPr dirty="0"/>
              <a:t> Regression Analysis</a:t>
            </a:r>
          </a:p>
          <a:p>
            <a:r>
              <a:rPr dirty="0"/>
              <a:t> Profit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7E12C-92A5-298A-BC40-0A672ED8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89818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Linear regression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E42FF-D7EC-1CAA-9CF4-68BB3ABE0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347019"/>
            <a:ext cx="7704667" cy="4463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</a:t>
            </a:r>
            <a:r>
              <a:rPr lang="en-IN" sz="1800" b="1" dirty="0"/>
              <a:t>Definition : </a:t>
            </a:r>
            <a:r>
              <a:rPr lang="en-IN" sz="1800" dirty="0"/>
              <a:t>Linear Regression is a </a:t>
            </a:r>
            <a:r>
              <a:rPr lang="en-IN" sz="1800" b="1" dirty="0"/>
              <a:t>statistical method</a:t>
            </a:r>
            <a:r>
              <a:rPr lang="en-IN" sz="1800" dirty="0"/>
              <a:t> used to model the      relationship between a </a:t>
            </a:r>
            <a:r>
              <a:rPr lang="en-IN" sz="1800" b="1" dirty="0"/>
              <a:t>dependent variable</a:t>
            </a:r>
            <a:r>
              <a:rPr lang="en-IN" sz="1800" dirty="0"/>
              <a:t> (target) and one or more </a:t>
            </a:r>
            <a:r>
              <a:rPr lang="en-IN" sz="1800" b="1" dirty="0"/>
              <a:t>independent variables</a:t>
            </a:r>
            <a:r>
              <a:rPr lang="en-IN" sz="1800" dirty="0"/>
              <a:t> (predictors) by fitting a linear equation to the observed data.</a:t>
            </a:r>
          </a:p>
          <a:p>
            <a:pPr marL="0" indent="0">
              <a:buNone/>
            </a:pPr>
            <a:r>
              <a:rPr lang="en-IN" sz="1800" b="1" dirty="0"/>
              <a:t>How It Works</a:t>
            </a:r>
          </a:p>
          <a:p>
            <a:r>
              <a:rPr lang="en-IN" sz="1800" b="1" dirty="0"/>
              <a:t>Identify Variables:</a:t>
            </a:r>
            <a:r>
              <a:rPr lang="en-IN" sz="1800" dirty="0"/>
              <a:t> Choose dependent and independent variables. </a:t>
            </a:r>
          </a:p>
          <a:p>
            <a:r>
              <a:rPr lang="en-IN" sz="1800" b="1" dirty="0"/>
              <a:t>Fit the Line:</a:t>
            </a:r>
            <a:r>
              <a:rPr lang="en-IN" sz="1800" dirty="0"/>
              <a:t> Find the best-fitting line (or hyperplane for multiple variables) that minimizes the difference between actual and predicted values. </a:t>
            </a:r>
          </a:p>
          <a:p>
            <a:r>
              <a:rPr lang="en-IN" sz="1800" b="1" dirty="0"/>
              <a:t>Predict Outcomes:</a:t>
            </a:r>
            <a:r>
              <a:rPr lang="en-IN" sz="1800" dirty="0"/>
              <a:t> Use the line equation to predict values for new inputs. </a:t>
            </a:r>
          </a:p>
          <a:p>
            <a:r>
              <a:rPr lang="en-IN" sz="1800" b="1" dirty="0"/>
              <a:t>Interpret Coefficients:</a:t>
            </a:r>
            <a:r>
              <a:rPr lang="en-IN" sz="1800" dirty="0"/>
              <a:t> Understand how each independent variable impacts the target variable.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66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Predicting profit using </a:t>
            </a:r>
            <a:r>
              <a:rPr lang="en-US" sz="3200" dirty="0" err="1"/>
              <a:t>RD_spend</a:t>
            </a:r>
            <a:r>
              <a:rPr lang="en-US" sz="3200" dirty="0"/>
              <a:t>, Administration and </a:t>
            </a:r>
            <a:r>
              <a:rPr lang="en-US" sz="3200" dirty="0" err="1"/>
              <a:t>Marketing_spend</a:t>
            </a:r>
            <a:endParaRPr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C83BE3-CC24-E541-9C92-70654EDD29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1353457"/>
              </p:ext>
            </p:extLst>
          </p:nvPr>
        </p:nvGraphicFramePr>
        <p:xfrm>
          <a:off x="982663" y="2667000"/>
          <a:ext cx="7704136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034">
                  <a:extLst>
                    <a:ext uri="{9D8B030D-6E8A-4147-A177-3AD203B41FA5}">
                      <a16:colId xmlns:a16="http://schemas.microsoft.com/office/drawing/2014/main" val="3759029665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3002359658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947048170"/>
                    </a:ext>
                  </a:extLst>
                </a:gridCol>
                <a:gridCol w="1926034">
                  <a:extLst>
                    <a:ext uri="{9D8B030D-6E8A-4147-A177-3AD203B41FA5}">
                      <a16:colId xmlns:a16="http://schemas.microsoft.com/office/drawing/2014/main" val="3849185818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r>
                        <a:rPr lang="en-US" dirty="0" err="1"/>
                        <a:t>RD_Spend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Administration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Marketing_spend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63419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lang="en-US" dirty="0"/>
                        <a:t>21892.82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81910.77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164270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71236.89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05421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lang="en-US" dirty="0"/>
                        <a:t>23940.93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96489.63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137001.1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71040.76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9957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Visualizations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229C21-1814-286F-8BF5-79D1F57EB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522" y="1897626"/>
            <a:ext cx="7369277" cy="41015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925033"/>
            <a:ext cx="7704667" cy="5074783"/>
          </a:xfrm>
        </p:spPr>
        <p:txBody>
          <a:bodyPr/>
          <a:lstStyle/>
          <a:p>
            <a:r>
              <a:rPr dirty="0"/>
              <a:t> R&amp;D spending generally has a strong influence on profit.</a:t>
            </a:r>
          </a:p>
          <a:p>
            <a:r>
              <a:rPr dirty="0"/>
              <a:t>Optimize marketing investments.</a:t>
            </a:r>
          </a:p>
          <a:p>
            <a:r>
              <a:rPr dirty="0"/>
              <a:t> Monitor administrative expenses.</a:t>
            </a:r>
          </a:p>
          <a:p>
            <a:r>
              <a:rPr dirty="0"/>
              <a:t>Use predictive analytics for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95F66-045F-1B56-677D-9F8928B4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93715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33</TotalTime>
  <Words>255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Arial Rounded MT Bold</vt:lpstr>
      <vt:lpstr>Corbel</vt:lpstr>
      <vt:lpstr>Parallax</vt:lpstr>
      <vt:lpstr> Profit Analysis</vt:lpstr>
      <vt:lpstr>Problem Statement</vt:lpstr>
      <vt:lpstr>Dataset Overview</vt:lpstr>
      <vt:lpstr>Methodology</vt:lpstr>
      <vt:lpstr>Linear regression</vt:lpstr>
      <vt:lpstr>Predicting profit using RD_spend, Administration and Marketing_spend</vt:lpstr>
      <vt:lpstr>Visualizations</vt:lpstr>
      <vt:lpstr>Insights &amp; 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745 g6</dc:creator>
  <cp:keywords/>
  <dc:description>generated using python-pptx</dc:description>
  <cp:lastModifiedBy>Jyothi K</cp:lastModifiedBy>
  <cp:revision>3</cp:revision>
  <dcterms:created xsi:type="dcterms:W3CDTF">2013-01-27T09:14:16Z</dcterms:created>
  <dcterms:modified xsi:type="dcterms:W3CDTF">2026-06-10T10:28:23Z</dcterms:modified>
  <cp:category/>
</cp:coreProperties>
</file>